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0" y="137160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CHRIST (DEEMED TO BE UNIVERSITY)</a:t>
            </a:r>
            <a:br/>
            <a:r>
              <a:t>BANGALORE ·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4F8C"/>
                </a:solidFill>
                <a:latin typeface="Arial"/>
              </a:defRPr>
            </a:pPr>
            <a:r>
              <a:rPr dirty="0" err="1"/>
              <a:t>ChristSmart</a:t>
            </a:r>
            <a:r>
              <a:rPr dirty="0"/>
              <a:t> Cabin Finder</a:t>
            </a:r>
          </a:p>
          <a:p>
            <a:pPr>
              <a:defRPr sz="2000">
                <a:solidFill>
                  <a:srgbClr val="0284C7"/>
                </a:solidFill>
                <a:latin typeface="Arial"/>
              </a:defRPr>
            </a:pPr>
            <a:r>
              <a:rPr dirty="0"/>
              <a:t>Real-Time Faculty Location &amp; Availability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3840480"/>
            <a:ext cx="5486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Arial"/>
              </a:defRPr>
            </a:pPr>
            <a:r>
              <a:t>Student Details: [Student Name | Reg. No]</a:t>
            </a:r>
          </a:p>
          <a:p>
            <a:pPr>
              <a:defRPr sz="1800" b="1">
                <a:solidFill>
                  <a:srgbClr val="1E293B"/>
                </a:solidFill>
                <a:latin typeface="Arial"/>
              </a:defRPr>
            </a:pPr>
            <a:r>
              <a:t>Guided By: [Guide Name]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MISSION: CHRIST is a nurturing ground for an individual's holistic development to make effective contribution to society.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VISION: Excellence and Service  |  CORE VALUES: Faith in God · Moral Uprightness · Love of Fellow Beings · Social Responsibility · Pursuit of Excellence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326880" y="109728"/>
            <a:ext cx="2651760" cy="594360"/>
          </a:xfrm>
          <a:prstGeom prst="roundRect">
            <a:avLst/>
          </a:prstGeom>
          <a:solidFill>
            <a:srgbClr val="0B4F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CHRIST</a:t>
            </a:r>
            <a:br/>
            <a:r>
              <a:t>Deemed to be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16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Excellence and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Arial"/>
              </a:rPr>
              <a:t>• Abstract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Arial"/>
              </a:rPr>
              <a:t>• Problem Statement and Objectives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Arial"/>
              </a:rPr>
              <a:t>• Literature Review / Background Study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Arial"/>
              </a:rPr>
              <a:t>• Hardware and Software Requirements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Arial"/>
              </a:rPr>
              <a:t>• Timeline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Arial"/>
              </a:rPr>
              <a:t>•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326880" y="109728"/>
            <a:ext cx="2651760" cy="594360"/>
          </a:xfrm>
          <a:prstGeom prst="roundRect">
            <a:avLst/>
          </a:prstGeom>
          <a:solidFill>
            <a:srgbClr val="0B4F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CHRIST</a:t>
            </a:r>
            <a:br/>
            <a:r>
              <a:t>Deemed to be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16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Excellence and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Project Scope:</a:t>
            </a:r>
            <a:r>
              <a:rPr sz="1700">
                <a:solidFill>
                  <a:srgbClr val="1E293B"/>
                </a:solidFill>
                <a:latin typeface="Arial"/>
              </a:rPr>
              <a:t> Intelligent web application designed to eliminate friction in locating university faculty cabins and verifying live office availability.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System Architecture:</a:t>
            </a:r>
            <a:r>
              <a:rPr sz="1700">
                <a:solidFill>
                  <a:srgbClr val="1E293B"/>
                </a:solidFill>
                <a:latin typeface="Arial"/>
              </a:rPr>
              <a:t> Integrates a sleek React frontend with a secure Express API server and a PostgreSQL relational database.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Intelligent Intent Resolution:</a:t>
            </a:r>
            <a:r>
              <a:rPr sz="1700">
                <a:solidFill>
                  <a:srgbClr val="1E293B"/>
                </a:solidFill>
                <a:latin typeface="Arial"/>
              </a:rPr>
              <a:t> Utilizes Levenshtein Distance fuzzy matching to resolve misspelled or partial query inputs from students.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Automated Schedule Extraction:</a:t>
            </a:r>
            <a:r>
              <a:rPr sz="1700">
                <a:solidFill>
                  <a:srgbClr val="1E293B"/>
                </a:solidFill>
                <a:latin typeface="Arial"/>
              </a:rPr>
              <a:t> Features automated PDF timetable parsing to streamline weekly schedule generation for academic staff.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326880" y="109728"/>
            <a:ext cx="2651760" cy="594360"/>
          </a:xfrm>
          <a:prstGeom prst="roundRect">
            <a:avLst/>
          </a:prstGeom>
          <a:solidFill>
            <a:srgbClr val="0B4F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CHRIST</a:t>
            </a:r>
            <a:br/>
            <a:r>
              <a:t>Deemed to be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Problem Statement and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16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Excellence and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Problem Statement:</a:t>
            </a:r>
            <a:r>
              <a:rPr sz="1700">
                <a:solidFill>
                  <a:srgbClr val="1E293B"/>
                </a:solidFill>
                <a:latin typeface="Arial"/>
              </a:rPr>
              <a:t> Students waste significant time manually searching for faculty cabins and verifying office availability due to static schedules and unannounced delays.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Objective 1:</a:t>
            </a:r>
            <a:r>
              <a:rPr sz="1700">
                <a:solidFill>
                  <a:srgbClr val="1E293B"/>
                </a:solidFill>
                <a:latin typeface="Arial"/>
              </a:rPr>
              <a:t> Build a real-time availability and cabin location search portal accessible 24/7 with instant status indicators.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Objective 2:</a:t>
            </a:r>
            <a:r>
              <a:rPr sz="1700">
                <a:solidFill>
                  <a:srgbClr val="1E293B"/>
                </a:solidFill>
                <a:latin typeface="Arial"/>
              </a:rPr>
              <a:t> Implement a typo-tolerant fuzzy matching algorithm (Levenshtein Distance) for intelligent query processing.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Objective 3:</a:t>
            </a:r>
            <a:r>
              <a:rPr sz="1700">
                <a:solidFill>
                  <a:srgbClr val="1E293B"/>
                </a:solidFill>
                <a:latin typeface="Arial"/>
              </a:rPr>
              <a:t> Provide an automated PDF timetable parser and dedicated Teacher Dashboard for seamless schedule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326880" y="109728"/>
            <a:ext cx="2651760" cy="594360"/>
          </a:xfrm>
          <a:prstGeom prst="roundRect">
            <a:avLst/>
          </a:prstGeom>
          <a:solidFill>
            <a:srgbClr val="0B4F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CHRIST</a:t>
            </a:r>
            <a:br/>
            <a:r>
              <a:t>Deemed to be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Literature Review / Background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16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Excellence and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Existing Systems:</a:t>
            </a:r>
            <a:r>
              <a:rPr sz="1700">
                <a:solidFill>
                  <a:srgbClr val="1E293B"/>
                </a:solidFill>
                <a:latin typeface="Arial"/>
              </a:rPr>
              <a:t> Traditional static notice boards and basic FAQ chatbots lack dynamic spatial guidance and live staff status updates.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Gaps Identified:</a:t>
            </a:r>
            <a:r>
              <a:rPr sz="1700">
                <a:solidFill>
                  <a:srgbClr val="1E293B"/>
                </a:solidFill>
                <a:latin typeface="Arial"/>
              </a:rPr>
              <a:t> Inability to handle live status changes (In Class, Meeting, Viva, Away) and lack of intelligent partial name resolution.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Project Justification:</a:t>
            </a:r>
            <a:r>
              <a:rPr sz="1700">
                <a:solidFill>
                  <a:srgbClr val="1E293B"/>
                </a:solidFill>
                <a:latin typeface="Arial"/>
              </a:rPr>
              <a:t> Fuses real-time teacher availability statuses with customizable return notices and dynamic timetable parsing.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Research Foundation:</a:t>
            </a:r>
            <a:r>
              <a:rPr sz="1700">
                <a:solidFill>
                  <a:srgbClr val="1E293B"/>
                </a:solidFill>
                <a:latin typeface="Arial"/>
              </a:rPr>
              <a:t> Built upon recent smart campus frameworks in indoor navigation, NLP query matching, and academic web portals.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326880" y="109728"/>
            <a:ext cx="2651760" cy="594360"/>
          </a:xfrm>
          <a:prstGeom prst="roundRect">
            <a:avLst/>
          </a:prstGeom>
          <a:solidFill>
            <a:srgbClr val="0B4F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CHRIST</a:t>
            </a:r>
            <a:br/>
            <a:r>
              <a:t>Deemed to be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Hardware and Software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16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Excellence and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Frontend Stack:</a:t>
            </a:r>
            <a:r>
              <a:rPr sz="1700">
                <a:solidFill>
                  <a:srgbClr val="1E293B"/>
                </a:solidFill>
                <a:latin typeface="Arial"/>
              </a:rPr>
              <a:t> React 19, Vite, Lucide React Icons, Vanilla CSS3 (Glassmorphism &amp; Responsive Layout).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Backend Stack:</a:t>
            </a:r>
            <a:r>
              <a:rPr sz="1700">
                <a:solidFill>
                  <a:srgbClr val="1E293B"/>
                </a:solidFill>
                <a:latin typeface="Arial"/>
              </a:rPr>
              <a:t> Node.js, Express.js API framework, PostgreSQL Database (`pg` pool), JWT Authentication &amp; BcryptJS.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Middleware &amp; Utilities:</a:t>
            </a:r>
            <a:r>
              <a:rPr sz="1700">
                <a:solidFill>
                  <a:srgbClr val="1E293B"/>
                </a:solidFill>
                <a:latin typeface="Arial"/>
              </a:rPr>
              <a:t> Multer (File Handling), `pdf-parse` (Timetable Processing), Express Rate Limit &amp; Helmet Security.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Hardware Requirements:</a:t>
            </a:r>
            <a:r>
              <a:rPr sz="1700">
                <a:solidFill>
                  <a:srgbClr val="1E293B"/>
                </a:solidFill>
                <a:latin typeface="Arial"/>
              </a:rPr>
              <a:t> Standard x86_64 Multi-Core Server (4GB RAM min) and any modern web browser client.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326880" y="109728"/>
            <a:ext cx="2651760" cy="594360"/>
          </a:xfrm>
          <a:prstGeom prst="roundRect">
            <a:avLst/>
          </a:prstGeom>
          <a:solidFill>
            <a:srgbClr val="0B4F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CHRIST</a:t>
            </a:r>
            <a:br/>
            <a:r>
              <a:t>Deemed to be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16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Excellence and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dirty="0">
                <a:solidFill>
                  <a:srgbClr val="0B4F8C"/>
                </a:solidFill>
                <a:latin typeface="Arial"/>
              </a:rPr>
              <a:t>• Phase 1 (Weeks 1-2):</a:t>
            </a:r>
            <a:r>
              <a:rPr sz="1700" dirty="0">
                <a:solidFill>
                  <a:srgbClr val="1E293B"/>
                </a:solidFill>
                <a:latin typeface="Arial"/>
              </a:rPr>
              <a:t> Problem Definition, Requirement Gathering, &amp; Database Schema Design.</a:t>
            </a: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rgbClr val="0B4F8C"/>
                </a:solidFill>
                <a:latin typeface="Arial"/>
              </a:rPr>
              <a:t>• Phase 2 (Weeks 3-5):</a:t>
            </a:r>
            <a:r>
              <a:rPr sz="1700" dirty="0">
                <a:solidFill>
                  <a:srgbClr val="1E293B"/>
                </a:solidFill>
                <a:latin typeface="Arial"/>
              </a:rPr>
              <a:t> Backend REST API Development, Auth Routes, &amp; </a:t>
            </a:r>
            <a:r>
              <a:rPr sz="1700" dirty="0" err="1">
                <a:solidFill>
                  <a:srgbClr val="1E293B"/>
                </a:solidFill>
                <a:latin typeface="Arial"/>
              </a:rPr>
              <a:t>Levenshtein</a:t>
            </a:r>
            <a:r>
              <a:rPr sz="1700" dirty="0">
                <a:solidFill>
                  <a:srgbClr val="1E293B"/>
                </a:solidFill>
                <a:latin typeface="Arial"/>
              </a:rPr>
              <a:t> NLP Query Matching.</a:t>
            </a: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rgbClr val="0B4F8C"/>
                </a:solidFill>
                <a:latin typeface="Arial"/>
              </a:rPr>
              <a:t>• Phase 3 (Weeks 6-8):</a:t>
            </a:r>
            <a:r>
              <a:rPr sz="1700" dirty="0">
                <a:solidFill>
                  <a:srgbClr val="1E293B"/>
                </a:solidFill>
                <a:latin typeface="Arial"/>
              </a:rPr>
              <a:t> React Frontend Integration, Teacher Dashboard, &amp; PDF Timetable Parser.</a:t>
            </a: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rgbClr val="0B4F8C"/>
                </a:solidFill>
                <a:latin typeface="Arial"/>
              </a:rPr>
              <a:t>• Phase 4 (Weeks 9-10):</a:t>
            </a:r>
            <a:r>
              <a:rPr sz="1700" dirty="0">
                <a:solidFill>
                  <a:srgbClr val="1E293B"/>
                </a:solidFill>
                <a:latin typeface="Arial"/>
              </a:rPr>
              <a:t> Automated Testing, UI/UX Refinement, Security Audit, &amp; Final System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326880" y="109728"/>
            <a:ext cx="2651760" cy="594360"/>
          </a:xfrm>
          <a:prstGeom prst="roundRect">
            <a:avLst/>
          </a:prstGeom>
          <a:solidFill>
            <a:srgbClr val="0B4F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CHRIST</a:t>
            </a:r>
            <a:br/>
            <a:r>
              <a:t>Deemed to be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16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Excellence and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J. Smith et al., 'CAMPUSNAV:</a:t>
            </a:r>
            <a:r>
              <a:rPr sz="1700">
                <a:solidFill>
                  <a:srgbClr val="1E293B"/>
                </a:solidFill>
                <a:latin typeface="Arial"/>
              </a:rPr>
              <a:t> Campus Navigation and Faculty Tracking Enhanced by AI,' IJNRD, 2026.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A. Rahaman et al., 'EduBot:</a:t>
            </a:r>
            <a:r>
              <a:rPr sz="1700">
                <a:solidFill>
                  <a:srgbClr val="1E293B"/>
                </a:solidFill>
                <a:latin typeface="Arial"/>
              </a:rPr>
              <a:t> An AI-Powered Chatbot for Smart Campus Assistance,' RJWAVE, 2025.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Arial"/>
              </a:rPr>
              <a:t>• V. Kumar and S. Patel, 'Smart Campus Bot with IoT and NLP Integration,' IJIRT, vol. 11, 2025.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Arial"/>
              </a:rPr>
              <a:t>• E. Unggul, 'Implementation of Levenshtein Distance Algorithm for Academic Inquiry Chatbots,' Telkom Univ., 2024.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B4F8C"/>
                </a:solidFill>
                <a:latin typeface="Arial"/>
              </a:rPr>
              <a:t>• M. Zhang et al., 'Graph Retrieval for Constraint-Aware Campus Spatial Reasoning,' arXiv:</a:t>
            </a:r>
            <a:r>
              <a:rPr sz="1700">
                <a:solidFill>
                  <a:srgbClr val="1E293B"/>
                </a:solidFill>
                <a:latin typeface="Arial"/>
              </a:rPr>
              <a:t>2403.04567, 2024.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724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STEPHEN AKASH.J</cp:lastModifiedBy>
  <cp:revision>2</cp:revision>
  <dcterms:created xsi:type="dcterms:W3CDTF">2013-01-27T09:14:16Z</dcterms:created>
  <dcterms:modified xsi:type="dcterms:W3CDTF">2026-07-21T05:56:04Z</dcterms:modified>
  <cp:category/>
</cp:coreProperties>
</file>